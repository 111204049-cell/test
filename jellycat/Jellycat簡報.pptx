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【0:00-0:25 開場】大家好。我要分享的是 Jellycat。先問一個問題：如果有一份炸魚薯條，不能吃，你願意買嗎？在倫敦 Selfridges，有人排隊買。我想從行銷角度，看大人為什麼願意買單。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【0:25-1:05 案例】Jellycat 在倫敦 Selfridges，把買玩偶設計成逛炸魚薯條店：有餐車、穿制服的店員、服務櫃檯，連包裝都仿照外帶食物。你不是在結帳，你是在點餐、取餐。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【1:05-1:50 分析】我的解讀是，這個購買過程本身就有表演性。顧客帶走的不只是玩偶，還有一段自己參與的故事。而這段過程很適合被拍下來、分享出去。所以它的行銷，不是靠廣告，而是靠顧客自己拍、自己說。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【1:50-2:20 追問】很多人會說，這是情緒價值。但我想再追問一層：同一隻玩偶，為什麼經過店員的互動和包裝，就讓人覺得更值得買？答案是：價格買的是玩偶，但「值得」來自過程。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【2:20-2:50 建議】如果是我，我有三個建議。第一，把設計重心放在「拆開的那一刻」，因為那是最想拍的畫面。第二，包裝和收據要讓人一看就想分享。第三，要小心排隊和流程不能拖垮體驗，體驗再好，也不能蓋過產品本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【2:50-3:00 收尾】所以回到開頭：大人買的不是不能吃的炸魚薯條，而是一個可以說給別人聽的故事。謝謝大家。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309360" y="822960"/>
            <a:ext cx="2377440" cy="237744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309360" y="822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🐟🍟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14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CA3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Jellycat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為什麼大人願意買一份不能吃的炸魚薯條？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5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 Showcase 期中報告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把買玩偶，變成點餐取餐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倫敦 Selfridges 的炸魚薯條店體驗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874520" cy="2286000"/>
          </a:xfrm>
          <a:prstGeom prst="roundRect">
            <a:avLst>
              <a:gd name="adj" fmla="val 7317"/>
            </a:avLst>
          </a:prstGeom>
          <a:solidFill>
            <a:srgbClr val="FFF4DB"/>
          </a:solidFill>
          <a:ln w="12700">
            <a:solidFill>
              <a:srgbClr val="FFF4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01168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🚚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1089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餐車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606040" y="1828800"/>
            <a:ext cx="1874520" cy="2286000"/>
          </a:xfrm>
          <a:prstGeom prst="roundRect">
            <a:avLst>
              <a:gd name="adj" fmla="val 7317"/>
            </a:avLst>
          </a:prstGeom>
          <a:solidFill>
            <a:srgbClr val="FFF4DB"/>
          </a:solidFill>
          <a:ln w="12700">
            <a:solidFill>
              <a:srgbClr val="FFF4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06040" y="201168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🧑‍🍳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31089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穿制服的店員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663440" y="1828800"/>
            <a:ext cx="1874520" cy="2286000"/>
          </a:xfrm>
          <a:prstGeom prst="roundRect">
            <a:avLst>
              <a:gd name="adj" fmla="val 7317"/>
            </a:avLst>
          </a:prstGeom>
          <a:solidFill>
            <a:srgbClr val="FFF4DB"/>
          </a:solidFill>
          <a:ln w="12700">
            <a:solidFill>
              <a:srgbClr val="FFF4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63440" y="201168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🛎️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31089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服務櫃檯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720840" y="1828800"/>
            <a:ext cx="1874520" cy="2286000"/>
          </a:xfrm>
          <a:prstGeom prst="roundRect">
            <a:avLst>
              <a:gd name="adj" fmla="val 7317"/>
            </a:avLst>
          </a:prstGeom>
          <a:solidFill>
            <a:srgbClr val="FFF4DB"/>
          </a:solidFill>
          <a:ln w="12700">
            <a:solidFill>
              <a:srgbClr val="FFF4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201168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🥡</a:t>
            </a:r>
            <a:endParaRPr lang="en-US" sz="4400" dirty="0"/>
          </a:p>
        </p:txBody>
      </p:sp>
      <p:sp>
        <p:nvSpPr>
          <p:cNvPr id="17" name="Text 14"/>
          <p:cNvSpPr txBox="1"/>
          <p:nvPr/>
        </p:nvSpPr>
        <p:spPr>
          <a:xfrm>
            <a:off x="6812280" y="31089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仿外帶的包裝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購買的過程，本身就是表演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731520" cy="73152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A3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參與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1089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顧客不是結帳，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而是點餐、取餐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91840" y="1645920"/>
            <a:ext cx="731520" cy="73152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9184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A3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31089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帶走玩偶，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也帶走自己參與的故事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035040" y="1645920"/>
            <a:ext cx="731520" cy="73152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3504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603504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A3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分享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035040" y="31089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過程適合被拍下、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分享出去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追問：同一隻玩偶，為什麼更值得買？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749040" cy="2377440"/>
          </a:xfrm>
          <a:prstGeom prst="roundRect">
            <a:avLst>
              <a:gd name="adj" fmla="val 5769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貨架上的玩偶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直接拿、直接結帳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買到的是「物品」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663440" y="1554480"/>
            <a:ext cx="3749040" cy="2377440"/>
          </a:xfrm>
          <a:prstGeom prst="roundRect">
            <a:avLst>
              <a:gd name="adj" fmla="val 576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37760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A3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店員互動 + 包裝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24688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像點餐一樣取得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買到的是「物品＋故事」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價格買的是玩偶，「值得」來自過程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我的三個建議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8046720" cy="868680"/>
          </a:xfrm>
          <a:prstGeom prst="roundRect">
            <a:avLst>
              <a:gd name="adj" fmla="val 12632"/>
            </a:avLst>
          </a:prstGeom>
          <a:solidFill>
            <a:srgbClr val="FFF4DB"/>
          </a:solidFill>
          <a:ln w="12700">
            <a:solidFill>
              <a:srgbClr val="FFF4D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7160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🎁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設計「拆開的那一刻」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那是顧客最想拍的畫面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8046720" cy="868680"/>
          </a:xfrm>
          <a:prstGeom prst="roundRect">
            <a:avLst>
              <a:gd name="adj" fmla="val 12632"/>
            </a:avLst>
          </a:prstGeom>
          <a:solidFill>
            <a:srgbClr val="FFF4DB"/>
          </a:solidFill>
          <a:ln w="12700">
            <a:solidFill>
              <a:srgbClr val="FFF4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4231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📸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24231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包裝與收據要一看就想分享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讓顧客自己幫品牌說故事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3474720"/>
            <a:ext cx="8046720" cy="868680"/>
          </a:xfrm>
          <a:prstGeom prst="roundRect">
            <a:avLst>
              <a:gd name="adj" fmla="val 12632"/>
            </a:avLst>
          </a:prstGeom>
          <a:solidFill>
            <a:srgbClr val="FFF4DB"/>
          </a:solidFill>
          <a:ln w="12700">
            <a:solidFill>
              <a:srgbClr val="FFF4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47472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⚖️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1737360" y="34747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體驗不能蓋過產品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排隊與流程不能拖垮體驗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大人買的不是炸魚薯條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94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CA3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而是一個可以說給別人聽的故事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5E5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謝謝大家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Jellycat：為什麼大人願意買一份不能吃的炸魚薯條？</dc:title>
  <dc:subject>PptxGenJS Presentation</dc:subject>
  <dc:creator>PptxGenJS</dc:creator>
  <cp:lastModifiedBy>PptxGenJS</cp:lastModifiedBy>
  <cp:revision>1</cp:revision>
  <dcterms:created xsi:type="dcterms:W3CDTF">2026-10-28T21:35:34Z</dcterms:created>
  <dcterms:modified xsi:type="dcterms:W3CDTF">2026-10-28T21:35:34Z</dcterms:modified>
</cp:coreProperties>
</file>